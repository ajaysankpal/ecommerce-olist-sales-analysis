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19-10-2023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564650"/>
              </p:ext>
            </p:extLst>
          </p:nvPr>
        </p:nvGraphicFramePr>
        <p:xfrm>
          <a:off x="1597957" y="1515035"/>
          <a:ext cx="9159690" cy="361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2076650">
                  <a:extLst>
                    <a:ext uri="{9D8B030D-6E8A-4147-A177-3AD203B41FA5}">
                      <a16:colId xmlns:a16="http://schemas.microsoft.com/office/drawing/2014/main" val="1809435339"/>
                    </a:ext>
                  </a:extLst>
                </a:gridCol>
                <a:gridCol w="5127812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563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19-10-2023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4PM - 5PM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26-10-2023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4PM - 5PM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Excel &amp; MySQL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75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02-11-2023</a:t>
                      </a:r>
                    </a:p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1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4PM - 5PM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Tableau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09-11-2023</a:t>
                      </a:r>
                    </a:p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en-IN" sz="1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4PM - 5PM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Power BI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16-11-2023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PM - 5PM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541930" y="1506071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E-Commerce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Olist Store Analysis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Total 9 files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CSV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Zip Folder Size: 45 MB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485438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69259" y="1305341"/>
            <a:ext cx="11232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F6C80-2B43-AC3E-3571-A2668906537A}"/>
              </a:ext>
            </a:extLst>
          </p:cNvPr>
          <p:cNvSpPr txBox="1"/>
          <p:nvPr/>
        </p:nvSpPr>
        <p:spPr>
          <a:xfrm>
            <a:off x="681318" y="1074508"/>
            <a:ext cx="1021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FontTx/>
              <a:buAutoNum type="arabicParenR"/>
            </a:pPr>
            <a:r>
              <a:rPr lang="en-IN" dirty="0">
                <a:latin typeface="+mj-lt"/>
              </a:rPr>
              <a:t>Weekday Vs Weekend (order_purchase_timestamp) Payment Statistics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Number of Orders with review score 5 and payment type as credit card.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Average number of days taken for order_delivered_customer_date for pet_shop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Average price and payment values from customers of sao paulo city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Relationship between shipping days (order_delivered_customer_date - order_purchase_timestamp) Vs review scores.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</TotalTime>
  <Words>160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DS</cp:lastModifiedBy>
  <cp:revision>79</cp:revision>
  <dcterms:created xsi:type="dcterms:W3CDTF">2022-01-08T11:53:28Z</dcterms:created>
  <dcterms:modified xsi:type="dcterms:W3CDTF">2023-10-19T09:47:35Z</dcterms:modified>
</cp:coreProperties>
</file>